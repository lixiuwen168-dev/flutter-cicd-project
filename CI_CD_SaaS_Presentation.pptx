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Implementing CI/CD Pipelines for SaaS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Norton University - College of Science</a:t>
            </a:r>
          </a:p>
          <a:p>
            <a:r>
              <a:t>Department of Computer Science | Year II, Semester 2, Group E1</a:t>
            </a:r>
          </a:p>
          <a:p/>
          <a:p>
            <a:r>
              <a:t>Prepared By: Run Phearum (ID: B20235318) &amp; Cheut Richard (ID: B20242272)</a:t>
            </a:r>
          </a:p>
          <a:p>
            <a:r>
              <a:t>Submitted to: Lecturer Chhoy Seila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Why CI/CD for SaaS</a:t>
            </a:r>
          </a:p>
          <a:p>
            <a:r>
              <a:t>2. Azure DevOps Pipelines</a:t>
            </a:r>
          </a:p>
          <a:p>
            <a:r>
              <a:t>3. GitHub Actions</a:t>
            </a:r>
          </a:p>
          <a:p>
            <a:r>
              <a:t>4. Comparison</a:t>
            </a:r>
          </a:p>
          <a:p>
            <a:r>
              <a:t>5. Best Practices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CI/CD Matters for SaaS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Faster time to market</a:t>
            </a:r>
          </a:p>
          <a:p>
            <a:r>
              <a:t>- Improved code quality &amp; reliability</a:t>
            </a:r>
          </a:p>
          <a:p>
            <a:r>
              <a:t>- Reduced deployment risks</a:t>
            </a:r>
          </a:p>
          <a:p>
            <a:r>
              <a:t>- Better scalability for multi-tenant SaaS</a:t>
            </a:r>
          </a:p>
          <a:p>
            <a:r>
              <a:t>- Automated testing &amp; security scans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DevOps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azure-pipelines.yml example:</a:t>
            </a:r>
          </a:p>
          <a:p>
            <a:r>
              <a:t>trigger:</a:t>
            </a:r>
          </a:p>
          <a:p>
            <a:r>
              <a:t>  - main</a:t>
            </a:r>
          </a:p>
          <a:p>
            <a:r>
              <a:t>pool:</a:t>
            </a:r>
          </a:p>
          <a:p>
            <a:r>
              <a:t>  vmImage: 'ubuntu-latest'</a:t>
            </a:r>
          </a:p>
          <a:p>
            <a:r>
              <a:t>steps:</a:t>
            </a:r>
          </a:p>
          <a:p>
            <a:r>
              <a:t>- script: npm install</a:t>
            </a:r>
          </a:p>
          <a:p>
            <a:r>
              <a:t>- script: npm test</a:t>
            </a:r>
          </a:p>
          <a:p>
            <a:r>
              <a:t>- task: Docker@2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.github/workflows/flutter-ci.yml example: [Workflow Configuration]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DevOps vs GitHub Actions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Azure 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 Actions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Azure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 GitHub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YAML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azure-pipelines.yml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.github/workflows/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Ease of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Lightweight &amp; fast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 enterprises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 dev teams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automated security, infrastructure as code, and environment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